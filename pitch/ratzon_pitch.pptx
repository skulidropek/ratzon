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Superteam Georgia · Colosseum Frontier Hackathon · 2026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pic>
        <p:nvPicPr>
          <p:cNvPr id="34" name="Image 0" descr="/home/dev/app/frontend/public/Ratzon_logo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914400"/>
            <a:ext cx="1783080" cy="178308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3154680" y="2761488"/>
            <a:ext cx="58704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RATZON</a:t>
            </a:r>
            <a:endParaRPr lang="en-US" sz="4400" dirty="0"/>
          </a:p>
        </p:txBody>
      </p:sp>
      <p:sp>
        <p:nvSpPr>
          <p:cNvPr id="36" name="Text 33"/>
          <p:cNvSpPr/>
          <p:nvPr/>
        </p:nvSpPr>
        <p:spPr>
          <a:xfrm>
            <a:off x="2606040" y="3456432"/>
            <a:ext cx="6986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Intent Execution Layer for Solana</a:t>
            </a:r>
            <a:endParaRPr lang="en-US" sz="2100" dirty="0"/>
          </a:p>
        </p:txBody>
      </p:sp>
      <p:sp>
        <p:nvSpPr>
          <p:cNvPr id="37" name="Text 34"/>
          <p:cNvSpPr/>
          <p:nvPr/>
        </p:nvSpPr>
        <p:spPr>
          <a:xfrm>
            <a:off x="3063240" y="4041648"/>
            <a:ext cx="6053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638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Say what you want.</a:t>
            </a:r>
            <a:pPr algn="ctr" indent="0" marL="0">
              <a:buNone/>
            </a:pP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Ratzon executes it.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RATZON · Problem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 is powerful. But most users never reach it.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96112" y="22585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1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16152" y="22585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Open a DEX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96112" y="26151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16152" y="26151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Connect wallet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96112" y="29718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16152" y="2971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Select tokens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6112" y="332841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4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216152" y="3328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Compare routes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96112" y="368503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216152" y="3685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Set slippage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96112" y="4041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82E"/>
                </a:solidFill>
              </a:rPr>
              <a:t>6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216152" y="40416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E"/>
                </a:solidFill>
              </a:rPr>
              <a:t>Sign and hope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635240" y="1938528"/>
            <a:ext cx="2971800" cy="2084832"/>
          </a:xfrm>
          <a:prstGeom prst="rect">
            <a:avLst/>
          </a:prstGeom>
          <a:solidFill>
            <a:srgbClr val="130807"/>
          </a:solidFill>
          <a:ln w="22860">
            <a:solidFill>
              <a:srgbClr val="D638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01000" y="217627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638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7973568" y="3054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for one simple swap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768096" y="5614416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barrier is not liquidity. It is complexity.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is the first interface, not the product.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sentence. Full execution.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768096" y="1828800"/>
            <a:ext cx="3977640" cy="3246120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0704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382E"/>
                </a:solidFill>
              </a:rPr>
              <a:t>BEFORE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1060704" y="25877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✓ Choose app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60704" y="29718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✓ Select token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60704" y="3355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✓ Compare route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60704" y="373989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✓ Set slippage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0704" y="41239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✓ Confirm wallet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74920" y="1828800"/>
            <a:ext cx="6345936" cy="3246120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76672" y="21122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382E"/>
                </a:solidFill>
              </a:rPr>
              <a:t>AFTER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046720" y="2505456"/>
            <a:ext cx="2560320" cy="384048"/>
          </a:xfrm>
          <a:prstGeom prst="roundRect">
            <a:avLst>
              <a:gd name="adj" fmla="val 14286"/>
            </a:avLst>
          </a:prstGeom>
          <a:solidFill>
            <a:srgbClr val="D6382E"/>
          </a:solidFill>
          <a:ln w="12700">
            <a:solidFill>
              <a:srgbClr val="D638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74736" y="259689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2EE"/>
                </a:solidFill>
              </a:rPr>
              <a:t>Swap 50 USDC to SOL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0" y="3054096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171719"/>
          </a:solidFill>
          <a:ln w="12700">
            <a:solidFill>
              <a:srgbClr val="3333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3191256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recognized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USDC → SOL · best route via Jupiter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0" y="4069080"/>
            <a:ext cx="1060704" cy="576072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70448" y="4187952"/>
            <a:ext cx="292608" cy="292608"/>
          </a:xfrm>
          <a:prstGeom prst="ellipse">
            <a:avLst/>
          </a:prstGeom>
          <a:solidFill>
            <a:srgbClr val="D6382E">
              <a:alpha val="92000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06440" y="4517136"/>
            <a:ext cx="420624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20840" y="4069080"/>
            <a:ext cx="1060704" cy="576072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04888" y="4187952"/>
            <a:ext cx="292608" cy="292608"/>
          </a:xfrm>
          <a:prstGeom prst="ellipse">
            <a:avLst/>
          </a:prstGeom>
          <a:solidFill>
            <a:srgbClr val="49D17A">
              <a:alpha val="92000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40880" y="4517136"/>
            <a:ext cx="420624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55280" y="4069080"/>
            <a:ext cx="1060704" cy="576072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9328" y="4187952"/>
            <a:ext cx="292608" cy="292608"/>
          </a:xfrm>
          <a:prstGeom prst="ellipse">
            <a:avLst/>
          </a:prstGeom>
          <a:solidFill>
            <a:srgbClr val="55D8D1">
              <a:alpha val="92000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75320" y="4517136"/>
            <a:ext cx="420624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89720" y="4069080"/>
            <a:ext cx="1060704" cy="576072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73768" y="4187952"/>
            <a:ext cx="292608" cy="292608"/>
          </a:xfrm>
          <a:prstGeom prst="ellipse">
            <a:avLst/>
          </a:prstGeom>
          <a:solidFill>
            <a:srgbClr val="8E59FF">
              <a:alpha val="92000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09760" y="4517136"/>
            <a:ext cx="420624" cy="36576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" y="5614416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Ratzon understands the intent, checks risk, finds the route, and executes.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→ route → risk → confirmation → execution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Ratzon works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768096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01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14400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Intent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14400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User says the desired outcome.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368296" y="2441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82E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2615184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61488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61488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Parse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2761488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Action, token, amount and constraints.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215384" y="2441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82E"/>
                </a:solidFill>
              </a:rPr>
              <a:t>→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4462272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08576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03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608576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Route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4608576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Jupiter finds the best path.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062472" y="2441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82E"/>
                </a:solidFill>
              </a:rPr>
              <a:t>→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309360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55664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55664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Risk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6455664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Slippage, token and route checks.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909560" y="2441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82E"/>
                </a:solidFill>
              </a:rPr>
              <a:t>→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8156448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02752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05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302752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Confirm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8302752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User approves before execution.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756648" y="24414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382E"/>
                </a:solidFill>
              </a:rPr>
              <a:t>→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10003536" y="1938528"/>
            <a:ext cx="1572768" cy="162763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49840" y="21214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382E"/>
                </a:solidFill>
              </a:rPr>
              <a:t>06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149840" y="254203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2EE"/>
                </a:solidFill>
              </a:rPr>
              <a:t>Execute</a:t>
            </a:r>
            <a:endParaRPr lang="en-US" sz="1700" dirty="0"/>
          </a:p>
        </p:txBody>
      </p:sp>
      <p:sp>
        <p:nvSpPr>
          <p:cNvPr id="64" name="Text 62"/>
          <p:cNvSpPr/>
          <p:nvPr/>
        </p:nvSpPr>
        <p:spPr>
          <a:xfrm>
            <a:off x="10149840" y="296265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B8B0AA"/>
                </a:solidFill>
              </a:rPr>
              <a:t>Transaction is prepared and signed.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68096" y="4370832"/>
            <a:ext cx="0" cy="530352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43525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first on Jupiter Aggregator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471416" y="4370832"/>
            <a:ext cx="0" cy="530352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17720" y="43525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routes across 30+ Solana DEXs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8174736" y="4370832"/>
            <a:ext cx="0" cy="530352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4352544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Non-custodial, confirm-before-execute flow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 today. Execution layer next.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protocol, not a bot.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768096" y="14813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interface can turn user intent into Solana execution through Ratzon.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993392" y="2148840"/>
            <a:ext cx="1645920" cy="53035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959352" y="2148840"/>
            <a:ext cx="1645920" cy="53035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9352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25312" y="2148840"/>
            <a:ext cx="1645920" cy="53035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dApps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891272" y="2148840"/>
            <a:ext cx="1645920" cy="530352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91272" y="23042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88152" y="281635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382E"/>
                </a:solidFill>
              </a:rPr>
              <a:t>↓</a:t>
            </a:r>
            <a:endParaRPr lang="en-US" sz="2100" dirty="0"/>
          </a:p>
        </p:txBody>
      </p:sp>
      <p:sp>
        <p:nvSpPr>
          <p:cNvPr id="46" name="Shape 44"/>
          <p:cNvSpPr/>
          <p:nvPr/>
        </p:nvSpPr>
        <p:spPr>
          <a:xfrm>
            <a:off x="3703320" y="3200400"/>
            <a:ext cx="4773168" cy="932688"/>
          </a:xfrm>
          <a:prstGeom prst="rect">
            <a:avLst/>
          </a:prstGeom>
          <a:solidFill>
            <a:srgbClr val="170908"/>
          </a:solidFill>
          <a:ln w="29210">
            <a:solidFill>
              <a:srgbClr val="D638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3429000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2EE"/>
                </a:solidFill>
              </a:rPr>
              <a:t>RATZON INTENT LAYER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4160520" y="3758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· Route · Risk · Execute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788152" y="427939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382E"/>
                </a:solidFill>
              </a:rPr>
              <a:t>↓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1444752" y="4681728"/>
            <a:ext cx="1600200" cy="457200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44752" y="48188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Jupiter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83280" y="4681728"/>
            <a:ext cx="1600200" cy="457200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83280" y="48188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Kamino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321808" y="4681728"/>
            <a:ext cx="1600200" cy="457200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21808" y="48188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Drift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7260336" y="4681728"/>
            <a:ext cx="1600200" cy="457200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0336" y="48188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Jito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198864" y="4681728"/>
            <a:ext cx="1600200" cy="457200"/>
          </a:xfrm>
          <a:prstGeom prst="rect">
            <a:avLst/>
          </a:prstGeom>
          <a:solidFill>
            <a:srgbClr val="0E0E10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98864" y="48188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Marinade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swaps. Expand into every Solana action.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9646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wedge is Solana users who want DeFi without opening DeFi apps.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768096" y="2359152"/>
            <a:ext cx="2880360" cy="0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382E"/>
                </a:solidFill>
              </a:rPr>
              <a:t>$20B+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768096" y="32918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Jupiter monthly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swap volume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8848" y="2359152"/>
            <a:ext cx="2880360" cy="0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98848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382E"/>
                </a:solidFill>
              </a:rPr>
              <a:t>10M+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4498848" y="32918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Solana active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wallets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0" y="2359152"/>
            <a:ext cx="2880360" cy="0"/>
          </a:xfrm>
          <a:prstGeom prst="line">
            <a:avLst/>
          </a:prstGeom>
          <a:noFill/>
          <a:ln w="25400">
            <a:solidFill>
              <a:srgbClr val="D638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26517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382E"/>
                </a:solidFill>
              </a:rPr>
              <a:t>0.1%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8229600" y="32918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of Jupiter volume =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7F2EE"/>
                </a:solidFill>
              </a:rPr>
              <a:t>$20M monthly flow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8096" y="4315968"/>
            <a:ext cx="5065776" cy="859536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4535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82E"/>
                </a:solidFill>
              </a:rPr>
              <a:t>First users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5840" y="4846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Telegram-native Solana traders who want faster execution.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55080" y="4315968"/>
            <a:ext cx="5065776" cy="859536"/>
          </a:xfrm>
          <a:prstGeom prst="rect">
            <a:avLst/>
          </a:prstGeom>
          <a:solidFill>
            <a:srgbClr val="101012"/>
          </a:solidFill>
          <a:ln w="13970">
            <a:solidFill>
              <a:srgbClr val="3333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92824" y="4535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382E"/>
                </a:solidFill>
              </a:rPr>
              <a:t>Expansion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92824" y="4846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Wallets, apps and agents plug into the same intent layer.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303"/>
          </a:solidFill>
          <a:ln w="12700">
            <a:solidFill>
              <a:srgbClr val="0303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685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057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8006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6172200"/>
            <a:ext cx="12191695" cy="0"/>
          </a:xfrm>
          <a:prstGeom prst="line">
            <a:avLst/>
          </a:prstGeom>
          <a:noFill/>
          <a:ln w="5080">
            <a:solidFill>
              <a:srgbClr val="111111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7780">
            <a:solidFill>
              <a:srgbClr val="D6382E">
                <a:alpha val="9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6355080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6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Superteam Georgia · Colosseum Frontier Hackathon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972800" y="6336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" y="475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38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68096" y="841248"/>
            <a:ext cx="8778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Already working. Not a concept.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877824" y="18745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D17A"/>
                </a:solidFill>
              </a:rPr>
              <a:t>✓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97864" y="18745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Intent parser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315968" y="187452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LIVE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77824" y="2221992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235000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D17A"/>
                </a:solidFill>
              </a:rPr>
              <a:t>✓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97864" y="2350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Jupiter quotes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4315968" y="235000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LIVE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7824" y="2697480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282549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D17A"/>
                </a:solidFill>
              </a:rPr>
              <a:t>✓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97864" y="28254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Risk engine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4315968" y="282549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LIVE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77824" y="3172968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" y="33009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D17A"/>
                </a:solidFill>
              </a:rPr>
              <a:t>✓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1197864" y="33009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Telegram bot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4315968" y="33009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LIVE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77824" y="3648456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7824" y="37764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9D17A"/>
                </a:solidFill>
              </a:rPr>
              <a:t>✓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1197864" y="3776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Confirm / cancel flow</a:t>
            </a:r>
            <a:endParaRPr lang="en-US" sz="1550" dirty="0"/>
          </a:p>
        </p:txBody>
      </p:sp>
      <p:sp>
        <p:nvSpPr>
          <p:cNvPr id="54" name="Text 52"/>
          <p:cNvSpPr/>
          <p:nvPr/>
        </p:nvSpPr>
        <p:spPr>
          <a:xfrm>
            <a:off x="4315968" y="377647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LIVE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77824" y="4123944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7824" y="425196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6382E"/>
                </a:solidFill>
              </a:rPr>
              <a:t>→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197864" y="42519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Real wallet signing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4315968" y="425196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6382E"/>
                </a:solidFill>
              </a:rPr>
              <a:t>NEXT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77824" y="4599432"/>
            <a:ext cx="4069080" cy="0"/>
          </a:xfrm>
          <a:prstGeom prst="line">
            <a:avLst/>
          </a:prstGeom>
          <a:noFill/>
          <a:ln w="8890">
            <a:solidFill>
              <a:srgbClr val="33333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1901952"/>
            <a:ext cx="4526280" cy="1261872"/>
          </a:xfrm>
          <a:prstGeom prst="rect">
            <a:avLst/>
          </a:prstGeom>
          <a:solidFill>
            <a:srgbClr val="130807"/>
          </a:solidFill>
          <a:ln w="20320">
            <a:solidFill>
              <a:srgbClr val="D638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81928" y="21579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382E"/>
                </a:solidFill>
              </a:rPr>
              <a:t>NEXT MILESTONE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81928" y="252374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7F2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signed execution, more DeFi actions, and public beta users.</a:t>
            </a:r>
            <a:endParaRPr lang="en-US" sz="1900" dirty="0"/>
          </a:p>
        </p:txBody>
      </p:sp>
      <p:pic>
        <p:nvPicPr>
          <p:cNvPr id="63" name="Image 0" descr="/home/dev/app/frontend/public/Ratzon_logo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3749040"/>
            <a:ext cx="713232" cy="713232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7022592" y="380390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7F2EE"/>
                </a:solidFill>
              </a:rPr>
              <a:t>Built by Eric, solo engineer.</a:t>
            </a:r>
            <a:endParaRPr lang="en-US" sz="1550" dirty="0"/>
          </a:p>
        </p:txBody>
      </p:sp>
      <p:sp>
        <p:nvSpPr>
          <p:cNvPr id="65" name="Text 62"/>
          <p:cNvSpPr/>
          <p:nvPr/>
        </p:nvSpPr>
        <p:spPr>
          <a:xfrm>
            <a:off x="7022592" y="413308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8B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Parser, Jupiter integration, risk engine and Telegram flow shipped in under one week.</a:t>
            </a:r>
            <a:endParaRPr lang="en-US" sz="1250" dirty="0"/>
          </a:p>
        </p:txBody>
      </p:sp>
      <p:sp>
        <p:nvSpPr>
          <p:cNvPr id="66" name="Text 63"/>
          <p:cNvSpPr/>
          <p:nvPr/>
        </p:nvSpPr>
        <p:spPr>
          <a:xfrm>
            <a:off x="768096" y="5614416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2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Try it now: @Ratzon_bot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RATZON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RATZON Pitch Deck</dc:title>
  <dc:subject>RATZON pitch deck</dc:subject>
  <dc:creator>RATZON</dc:creator>
  <cp:lastModifiedBy>RATZON</cp:lastModifiedBy>
  <cp:revision>1</cp:revision>
  <dcterms:created xsi:type="dcterms:W3CDTF">2026-05-09T09:57:47Z</dcterms:created>
  <dcterms:modified xsi:type="dcterms:W3CDTF">2026-05-09T09:57:47Z</dcterms:modified>
</cp:coreProperties>
</file>